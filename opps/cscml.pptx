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Lst>
  <p:notesMasterIdLst>
    <p:notesMasterId r:id="rId117"/>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Sam Buxbaum
I'm a PhD student at Boston University
And today I'll be presenting a deployment of privacy-preserving machine learning on web browsing for political polling in the 2024 presidential 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joint work with a great team of
- cryptographers
- political scientists
- machine learning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on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limited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on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limited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on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limited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on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limited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on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limited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on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limited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the power of this approach to polling, 
Comarela et al. use web browsing data to quantify the effect of the 2016 "Comey Letter" on a state-by-state basis.
What matters to us is that the event was too close to the election for other polling methods to detect the effect in time.
You can see the impact at a state level on the right. And you can see a noticeable shift in the time series on the left.
They also found that social media provides the best signal.
By this, I mean not whether you visited a certain website, but whether you did so by clicking on a link on social media.
And it's worth noting that this paper used a large plaintext dataset, and privacy was not a concern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collection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collection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collection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collection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and we deployed this system during the 2024 United States presidential election.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and we deployed this system during the 2024 United States presidential election.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and we deployed this system during the 2024 United States presidential election.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and we deployed this system during the 2024 United States presidential election.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and we deployed this system during the 2024 United States presidential election.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now give an overview of our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now give an overview of our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now give an overview of our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now give an overview of our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now give an overview of our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turn now to the learning process.
The problem that we're interested in is the Learning from Label Proportions problem, or the LLP problem.
I'll define this problem and show a plaintext algorithm to solve it, and then I'll show to translate the plaintext algorithm to MPC.
To our knowledge, this is the first implementation under MPC of a model for this particular problem.
Our implementation builds on the CrypTen library, and as a result, we're able to take advantage of a lot of existing building blocks. But there are some pieces that we have to implement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turn now to the learning process.
The problem that we're interested in is the Learning from Label Proportions problem, or the LLP problem.
I'll define this problem and show a plaintext algorithm to solve it, and then I'll show to translate the plaintext algorithm to MPC.
To our knowledge, this is the first implementation under MPC of a model for this particular problem.
Our implementation builds on the CrypTen library, and as a result, we're able to take advantage of a lot of existing building blocks. But there are some pieces that we have to implement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turn now to the learning process.
The problem that we're interested in is the Learning from Label Proportions problem, or the LLP problem.
I'll define this problem and show a plaintext algorithm to solve it, and then I'll show to translate the plaintext algorithm to MPC.
To our knowledge, this is the first implementation under MPC of a model for this particular problem.
Our implementation builds on the CrypTen library, and as a result, we're able to take advantage of a lot of existing building blocks. But there are some pieces that we have to implement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turn now to the learning process.
The problem that we're interested in is the Learning from Label Proportions problem, or the LLP problem.
I'll define this problem and show a plaintext algorithm to solve it, and then I'll show to translate the plaintext algorithm to MPC.
To our knowledge, this is the first implementation under MPC of a model for this particular problem.
Our implementation builds on the CrypTen library, and as a result, we're able to take advantage of a lot of existing building blocks. But there are some pieces that we have to implement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LLP problem as it appears in our system.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now talk about a plaintext algorithm for this problem, and then we'll see how to translate it to MPC.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now talk about a plaintext algorithm for this problem, and then we'll see how to translate it to MPC.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now talk about a plaintext algorithm for this problem, and then we'll see how to translate it to MPC.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We can use the same pseudocode for both the plaintext and MPC algorithms, but we need to replace individual components, those highlighted in yellow, with their oblivious counterparts.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 detailed analysis from a political science perspective is outside the scope of this talk, I can give a glimpse of what the results look like.
A couple months before the election, our map is quite blue. Then, a week before the election, it's become pretty red, which lines up pretty well with the actual outcomes in the bottom left. After the election, we see a substantial swing back to the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 the last few minutes, I want to talk about some lessons we learned from the deployment and some areas for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we learned was that data integrity matters.
Our initial advertisement targeted the swing states, which we realize gave users an incentive to report their state of residence dishonestly.
We sought to validate users' self-reported locations with IP addresses and geolocation, and we got mixed results.
While 98% of our users were in the United States, the state-level results are more concerning. We were only able to validate the honesty of 15% of users.
So, we dug deeper on the data, and we found 2 things. First, users who are in the sample for a longer period of time tend to be more honest. We had many ephemeral dishonest users and a smaller number of consistent honest users.
And second, honest users contribute much richer data. The 15% of users who were confirmed to be reporting honestly accounted for over half of the total visits and almost 90% of the total referrals.
From this, we learn 2 things. First, in future deployments, verifying user honesty and enforcing it where possible should be a priority.
And second, while we should seek to maximize the integrity of the data, the fact that honest users tend to contribute more valuable data means our learning process is surprisingly robust to dishonest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area for future work is broadly to strengthen the threat model.
The use of CrypTen out-of-the-box meant that all computing parties had to be in AWS, which leaves AWS as a single point of failure.
More generally, we hope to reduce the level of trust in the core computation. To do so, two general directions are either to incorporate more external organizations in the MPC or to explore the possibility of using different cryptographic primitives.
Finally, our payment system gave us the ability to learn which users were in the sample and on which days. This can be avoided by incorporating anonymous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area for future work is broadly to strengthen the threat model.
The use of CrypTen out-of-the-box meant that all computing parties had to be in AWS, which leaves AWS as a single point of failure.
More generally, we hope to reduce the level of trust in the core computation. To do so, two general directions are either to incorporate more external organizations in the MPC or to explore the possibility of using different cryptographic primitives.
Finally, our payment system gave us the ability to learn which users were in the sample and on which days. This can be avoided by incorporating anonymous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area for future work is broadly to strengthen the threat model.
The use of CrypTen out-of-the-box meant that all computing parties had to be in AWS, which leaves AWS as a single point of failure.
More generally, we hope to reduce the level of trust in the core computation. To do so, two general directions are either to incorporate more external organizations in the MPC or to explore the possibility of using different cryptographic primitives.
Finally, our payment system gave us the ability to learn which users were in the sample and on which days. This can be avoided by incorporating anonymous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area for future work is broadly to strengthen the threat model.
The use of CrypTen out-of-the-box meant that all computing parties had to be in AWS, which leaves AWS as a single point of failure.
More generally, we hope to reduce the level of trust in the core computation. To do so, two general directions are either to incorporate more external organizations in the MPC or to explore the possibility of using different cryptographic primitives.
Finally, our payment system gave us the ability to learn which users were in the sample and on which days. This can be avoided by incorporating anonymous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
To make things a little bit more interesting, all communication took place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
For this side of the problem, we could have just had users send all tags directly to WashU to let them sort through it all, but we didn't want to bother the WashU people with that. We wanted me to be responsible for most of the work.
You can look at this setup as a form of asymmetric MPC where I do most of the work, and WashU only participates to protect their secret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this setup is more of a real secure computation, although it still took place my email.
For BU's output, we want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this setup is more of a real secure computation, although it still took place my email.
For BU's output, we want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this setup is more of a real secure computation, although it still took place my email.
For BU's output, we want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this setup is more of a real secure computation, although it still took place my email.
For BU's output, we want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this setup is more of a real secure computation, although it still took place my email.
For BU's output, we want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this setup is more of a real secure computation, although it still took place my email.
For BU's output, we want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115</Slides>
  <Notes>115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115</vt:i4>
      </vt:variant>
    </vt:vector>
  </HeadingPairs>
  <TitlesOfParts>
    <vt:vector size="1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OPPS Presentation</dc:title>
  <dc:subject>PptxGenJS Presentation</dc:subject>
  <dc:creator/>
  <cp:lastModifiedBy/>
  <cp:revision>1</cp:revision>
  <dcterms:created xsi:type="dcterms:W3CDTF">2025-12-04T02:31:26Z</dcterms:created>
  <dcterms:modified xsi:type="dcterms:W3CDTF">2025-12-04T02:31:26Z</dcterms:modified>
</cp:coreProperties>
</file>