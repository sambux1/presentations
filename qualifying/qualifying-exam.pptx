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Lst>
  <p:notesMasterIdLst>
    <p:notesMasterId r:id="rId190"/>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notesMaster" Target="notesMasters/notesMaster1.xml"/><Relationship Id="rId191" Type="http://schemas.openxmlformats.org/officeDocument/2006/relationships/presProps" Target="presProps.xml"/><Relationship Id="rId192" Type="http://schemas.openxmlformats.org/officeDocument/2006/relationships/viewProps" Target="viewProps.xml"/><Relationship Id="rId193" Type="http://schemas.openxmlformats.org/officeDocument/2006/relationships/theme" Target="theme/theme1.xml"/><Relationship Id="rId19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research is on secure multiparty computation.
The field of secure computation has taken great leaps in recent years...
but it's still impractical in many scenarios.
That is to say, there's a lot of work left to do to keep applying these techniques to more and more real world problems.
The goal that's going to motivate everything else in this talk is that we want to fill the gaps that are preventing MPC from taking the next step toward practical realization.
And this involves performance, but it's about more than just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major direction is oblivious shuffle preprocessing.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by defining the oblivious shuffling problem.
In oblivious shuffling, we have two parties, P0 and P1, that want to shuffle a secret-shared vector x by some permutation pi.
The constraint is that neither party should learn anything about pi from the protocol.
The output is a secret sharing of the permuted vector.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by defining the oblivious shuffling problem.
In oblivious shuffling, we have two parties, P0 and P1, that want to shuffle a secret-shared vector x by some permutation pi.
The constraint is that neither party should learn anything about pi from the protocol.
The output is a secret sharing of the permuted vector.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by defining the oblivious shuffling problem.
In oblivious shuffling, we have two parties, P0 and P1, that want to shuffle a secret-shared vector x by some permutation pi.
The constraint is that neither party should learn anything about pi from the protocol.
The output is a secret sharing of the permuted vector.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take a step back, most MPC programs are expressed as a circuit.
But as we saw with sorting, sometimes a pure circuit approach is suboptimal.
The other extreme is to use oblivious RAM, but ORAM has its own performance issues.
What we really want is a way to opportunistically pick-and-choose between the circuit model of computation and the RAM model of computation.
Oblivious shuffle gives us this ability and acts as our bridge between the two worlds.
And it's this expressivity that makes it a central primitive for complex workloads.
Hopefully by this point I've motivated shuffle well enough that you're wondering "how do we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take a step back, most MPC programs are expressed as a circuit.
But as we saw with sorting, sometimes a pure circuit approach is suboptimal.
The other extreme is to use oblivious RAM, but ORAM has its own performance issues.
What we really want is a way to opportunistically pick-and-choose between the circuit model of computation and the RAM model of computation.
Oblivious shuffle gives us this ability and acts as our bridge between the two worlds.
And it's this expressivity that makes it a central primitive for complex workloads.
Hopefully by this point I've motivated shuffle well enough that you're wondering "how do we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take a step back, most MPC programs are expressed as a circuit.
But as we saw with sorting, sometimes a pure circuit approach is suboptimal.
The other extreme is to use oblivious RAM, but ORAM has its own performance issues.
What we really want is a way to opportunistically pick-and-choose between the circuit model of computation and the RAM model of computation.
Oblivious shuffle gives us this ability and acts as our bridge between the two worlds.
And it's this expressivity that makes it a central primitive for complex workloads.
Hopefully by this point I've motivated shuffle well enough that you're wondering "how do we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take a step back, most MPC programs are expressed as a circuit.
But as we saw with sorting, sometimes a pure circuit approach is suboptimal.
The other extreme is to use oblivious RAM, but ORAM has its own performance issues.
What we really want is a way to opportunistically pick-and-choose between the circuit model of computation and the RAM model of computation.
Oblivious shuffle gives us this ability and acts as our bridge between the two worlds.
And it's this expressivity that makes it a central primitive for complex workloads.
Hopefully by this point I've motivated shuffle well enough that you're wondering "how do we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take a step back, most MPC programs are expressed as a circuit.
But as we saw with sorting, sometimes a pure circuit approach is suboptimal.
The other extreme is to use oblivious RAM, but ORAM has its own performance issues.
What we really want is a way to opportunistically pick-and-choose between the circuit model of computation and the RAM model of computation.
Oblivious shuffle gives us this ability and acts as our bridge between the two worlds.
And it's this expressivity that makes it a central primitive for complex workloads.
Hopefully by this point I've motivated shuffle well enough that you're wondering "how do we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told you that we can very easily derandomize a correlation to get an online shuffle protocol, so now I'll show you what that online phase looks like.
As promised, it's just a single message.
The sender takes as input their half of the permutation correlation consisting of pi and C.
The receiver takes as input both their half of the permutation correlation and a vector x to shuffle.
The receiver uses the pseudorandom vector A to mask x and sends the masked value to the sender. The receiver outputs B and is done with the protocol.
The sender permutes its received value by pi and adds C, and that's its output.
How can we verify that this is correct? Here, correctness means that the output values form a secret sharing of pi(x). So if we add the two output shares, we can show that we get pi(x).
B plus C is just pi(A). And the permutation over x minus A can be separated into the permutation over x minus the permutation over A. The pi(A)'s cancel, and we're left with pi(x).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told you that we can very easily derandomize a correlation to get an online shuffle protocol, so now I'll show you what that online phase looks like.
As promised, it's just a single message.
The sender takes as input their half of the permutation correlation consisting of pi and C.
The receiver takes as input both their half of the permutation correlation and a vector x to shuffle.
The receiver uses the pseudorandom vector A to mask x and sends the masked value to the sender. The receiver outputs B and is done with the protocol.
The sender permutes its received value by pi and adds C, and that's its output.
How can we verify that this is correct? Here, correctness means that the output values form a secret sharing of pi(x). So if we add the two output shares, we can show that we get pi(x).
B plus C is just pi(A). And the permutation over x minus A can be separated into the permutation over x minus the permutation over A. The pi(A)'s cancel, and we're left with pi(x).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told you that we can very easily derandomize a correlation to get an online shuffle protocol, so now I'll show you what that online phase looks like.
As promised, it's just a single message.
The sender takes as input their half of the permutation correlation consisting of pi and C.
The receiver takes as input both their half of the permutation correlation and a vector x to shuffle.
The receiver uses the pseudorandom vector A to mask x and sends the masked value to the sender. The receiver outputs B and is done with the protocol.
The sender permutes its received value by pi and adds C, and that's its output.
How can we verify that this is correct? Here, correctness means that the output values form a secret sharing of pi(x). So if we add the two output shares, we can show that we get pi(x).
B plus C is just pi(A). And the permutation over x minus A can be separated into the permutation over x minus the permutation over A. The pi(A)'s cancel, and we're left with pi(x).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of this construction is pretty straightforward.
We make exactly n calls to the OPRF, assuming that our correlation length is less than the PRF output length.
And each call to the OPRF has Oh of ell communication, so the total communication is Oh of n times ell.
In terms of concrete performance, this construction is the state of the art.
I've implemented this protocol and optimized it quite a bit, so my implementation is the state of the art. To give you a rough sense on the numbers, when generating many correlations with many threads, the amortized cost per million elements of a correlation is roughly 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of this construction is pretty straightforward.
We make exactly n calls to the OPRF, assuming that our correlation length is less than the PRF output length.
And each call to the OPRF has Oh of ell communication, so the total communication is Oh of n times ell.
In terms of concrete performance, this construction is the state of the art.
I've implemented this protocol and optimized it quite a bit, so my implementation is the state of the art. To give you a rough sense on the numbers, when generating many correlations with many threads, the amortized cost per million elements of a correlation is roughly 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of this construction is pretty straightforward.
We make exactly n calls to the OPRF, assuming that our correlation length is less than the PRF output length.
And each call to the OPRF has Oh of ell communication, so the total communication is Oh of n times ell.
In terms of concrete performance, this construction is the state of the art.
I've implemented this protocol and optimized it quite a bit, so my implementation is the state of the art. To give you a rough sense on the numbers, when generating many correlations with many threads, the amortized cost per million elements of a correlation is roughly 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of this construction is pretty straightforward.
We make exactly n calls to the OPRF, assuming that our correlation length is less than the PRF output length.
And each call to the OPRF has Oh of ell communication, so the total communication is Oh of n times ell.
In terms of concrete performance, this construction is the state of the art.
I've implemented this protocol and optimized it quite a bit, so my implementation is the state of the art. To give you a rough sense on the numbers, when generating many correlations with many threads, the amortized cost per million elements of a correlation is roughly 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of this construction is pretty straightforward.
We make exactly n calls to the OPRF, assuming that our correlation length is less than the PRF output length.
And each call to the OPRF has Oh of ell communication, so the total communication is Oh of n times ell.
In terms of concrete performance, this construction is the state of the art.
I've implemented this protocol and optimized it quite a bit, so my implementation is the state of the art. To give you a rough sense on the numbers, when generating many correlations with many threads, the amortized cost per million elements of a correlation is roughly 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selling point of this protocol is the ability to reduce asymptotic communication from Oh of n times ell to Oh of n times log ell.
There are pretty large constant factors here. After all, we have to run the entire linear-time construction as a subroutine to generate the base randomness. So this protocol is only going to be efficient for very long correlations, typically many thousands of bits.
The paper that proposed this didn't actually include an implementation. I actually have the first implementation of this construction. And I can say that empirically, the crossover point where this construction is faster than the prior construction is somewhere around 4000 bits in the local area network setting.
This might seem like a not terribly useful construction, and in many instances it's not, but I want to highlight one instance where it could be quite useful, and that application is graph algorithms. In oblivious graph algorithms, as I mentioned earlier, we need to shuffle back and forth between different views of an adjacency list, and we're applying the same permutation each time, or a permutation and its inverse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selling point of this protocol is the ability to reduce asymptotic communication from Oh of n times ell to Oh of n times log ell.
There are pretty large constant factors here. After all, we have to run the entire linear-time construction as a subroutine to generate the base randomness. So this protocol is only going to be efficient for very long correlations, typically many thousands of bits.
The paper that proposed this didn't actually include an implementation. I actually have the first implementation of this construction. And I can say that empirically, the crossover point where this construction is faster than the prior construction is somewhere around 4000 bits in the local area network setting.
This might seem like a not terribly useful construction, and in many instances it's not, but I want to highlight one instance where it could be quite useful, and that application is graph algorithms. In oblivious graph algorithms, as I mentioned earlier, we need to shuffle back and forth between different views of an adjacency list, and we're applying the same permutation each time, or a permutation and its inverse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selling point of this protocol is the ability to reduce asymptotic communication from Oh of n times ell to Oh of n times log ell.
There are pretty large constant factors here. After all, we have to run the entire linear-time construction as a subroutine to generate the base randomness. So this protocol is only going to be efficient for very long correlations, typically many thousands of bits.
The paper that proposed this didn't actually include an implementation. I actually have the first implementation of this construction. And I can say that empirically, the crossover point where this construction is faster than the prior construction is somewhere around 4000 bits in the local area network setting.
This might seem like a not terribly useful construction, and in many instances it's not, but I want to highlight one instance where it could be quite useful, and that application is graph algorithms. In oblivious graph algorithms, as I mentioned earlier, we need to shuffle back and forth between different views of an adjacency list, and we're applying the same permutation each time, or a permutation and its inverse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selling point of this protocol is the ability to reduce asymptotic communication from Oh of n times ell to Oh of n times log ell.
There are pretty large constant factors here. After all, we have to run the entire linear-time construction as a subroutine to generate the base randomness. So this protocol is only going to be efficient for very long correlations, typically many thousands of bits.
The paper that proposed this didn't actually include an implementation. I actually have the first implementation of this construction. And I can say that empirically, the crossover point where this construction is faster than the prior construction is somewhere around 4000 bits in the local area network setting.
This might seem like a not terribly useful construction, and in many instances it's not, but I want to highlight one instance where it could be quite useful, and that application is graph algorithms. In oblivious graph algorithms, as I mentioned earlier, we need to shuffle back and forth between different views of an adjacency list, and we're applying the same permutation each time, or a permutation and its inverse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selling point of this protocol is the ability to reduce asymptotic communication from Oh of n times ell to Oh of n times log ell.
There are pretty large constant factors here. After all, we have to run the entire linear-time construction as a subroutine to generate the base randomness. So this protocol is only going to be efficient for very long correlations, typically many thousands of bits.
The paper that proposed this didn't actually include an implementation. I actually have the first implementation of this construction. And I can say that empirically, the crossover point where this construction is faster than the prior construction is somewhere around 4000 bits in the local area network setting.
This might seem like a not terribly useful construction, and in many instances it's not, but I want to highlight one instance where it could be quite useful, and that application is graph algorithms. In oblivious graph algorithms, as I mentioned earlier, we need to shuffle back and forth between different views of an adjacency list, and we're applying the same permutation each time, or a permutation and its inverse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really interesting and somewhat more ambitious goal is to get sublinearity in the number of correlations.
One way of achieving this would be to somehow chop up a single correlation with a large bitwidth, generated with sublinear communication, into many correlations with a smaller bitwidth.
This seems very challenging. Believe me, I've spent a lot of time working on this already, and I'll my ideas so far have fallen apart in new and exciting ways each time. I won't go into these failures, but I'll say that I've defined an ideal functionality for something we can call stateful rerandomization of a permutation correlation that, if we were able to achieve this ideal functionality, would give us the desired behavior.
The main application of this type of construction would be relational analytics. In relational analytics, you need many correlations with different underlying permutations.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really interesting and somewhat more ambitious goal is to get sublinearity in the number of correlations.
One way of achieving this would be to somehow chop up a single correlation with a large bitwidth, generated with sublinear communication, into many correlations with a smaller bitwidth.
This seems very challenging. Believe me, I've spent a lot of time working on this already, and I'll my ideas so far have fallen apart in new and exciting ways each time. I won't go into these failures, but I'll say that I've defined an ideal functionality for something we can call stateful rerandomization of a permutation correlation that, if we were able to achieve this ideal functionality, would give us the desired behavior.
The main application of this type of construction would be relational analytics. In relational analytics, you need many correlations with different underlying permutations.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really interesting and somewhat more ambitious goal is to get sublinearity in the number of correlations.
One way of achieving this would be to somehow chop up a single correlation with a large bitwidth, generated with sublinear communication, into many correlations with a smaller bitwidth.
This seems very challenging. Believe me, I've spent a lot of time working on this already, and I'll my ideas so far have fallen apart in new and exciting ways each time. I won't go into these failures, but I'll say that I've defined an ideal functionality for something we can call stateful rerandomization of a permutation correlation that, if we were able to achieve this ideal functionality, would give us the desired behavior.
The main application of this type of construction would be relational analytics. In relational analytics, you need many correlations with different underlying permutations.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really interesting and somewhat more ambitious goal is to get sublinearity in the number of correlations.
One way of achieving this would be to somehow chop up a single correlation with a large bitwidth, generated with sublinear communication, into many correlations with a smaller bitwidth.
This seems very challenging. Believe me, I've spent a lot of time working on this already, and I'll my ideas so far have fallen apart in new and exciting ways each time. I won't go into these failures, but I'll say that I've defined an ideal functionality for something we can call stateful rerandomization of a permutation correlation that, if we were able to achieve this ideal functionality, would give us the desired behavior.
The main application of this type of construction would be relational analytics. In relational analytics, you need many correlations with different underlying permutations.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really interesting and somewhat more ambitious goal is to get sublinearity in the number of correlations.
One way of achieving this would be to somehow chop up a single correlation with a large bitwidth, generated with sublinear communication, into many correlations with a smaller bitwidth.
This seems very challenging. Believe me, I've spent a lot of time working on this already, and I'll my ideas so far have fallen apart in new and exciting ways each time. I won't go into these failures, but I'll say that I've defined an ideal functionality for something we can call stateful rerandomization of a permutation correlation that, if we were able to achieve this ideal functionality, would give us the desired behavior.
The main application of this type of construction would be relational analytics. In relational analytics, you need many correlations with different underlying permutations.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onto the second half of this talk.
This second half will be about an independent technical problem that connects back to the main idea of the talk of scaling up MPC.
In this half, when we talk about scaling up, we mean incorporating more parties directly into the secure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look at the bottleneck in the LAN setting, which is the local computation on the king party. While this local computation is not a bottleneck in the WAN setting, as we scale to more and more parties, it could plausibly become a problem, so solving this bottleneck can be beneficial in all network environments.
One option would be to try to load balance the king role, so multiple parties act as the king simultaneously.
However, instead I'm going to propose that we take the local computation bottleneck on the king, and lean into it.
In MPC, sometimes we look at local computation bottlenecks and we don't know what to do. But improving the performance of local computation is what a lot of the rest of computer science is about. So this is actually a good thing, because it's a problem we know how to solve.
My proposal is to create a system setup where we have a powerful central server and many weak clients that are only guaranteed to be connected for a short period of time. In this setting, we want to be bottlenecked by the king party, because we know how to scale the king party.
One way to achieve this scaling is to just take advantage of the inherent parallelism is doing the same operation for each parallel gate, and we can run the computation across a cluster of machines that act as a single logical party.
Alternatively, or additionally, we could use hardware acceleration to take advantage of this same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look at the bottleneck in the LAN setting, which is the local computation on the king party. While this local computation is not a bottleneck in the WAN setting, as we scale to more and more parties, it could plausibly become a problem, so solving this bottleneck can be beneficial in all network environments.
One option would be to try to load balance the king role, so multiple parties act as the king simultaneously.
However, instead I'm going to propose that we take the local computation bottleneck on the king, and lean into it.
In MPC, sometimes we look at local computation bottlenecks and we don't know what to do. But improving the performance of local computation is what a lot of the rest of computer science is about. So this is actually a good thing, because it's a problem we know how to solve.
My proposal is to create a system setup where we have a powerful central server and many weak clients that are only guaranteed to be connected for a short period of time. In this setting, we want to be bottlenecked by the king party, because we know how to scale the king party.
One way to achieve this scaling is to just take advantage of the inherent parallelism is doing the same operation for each parallel gate, and we can run the computation across a cluster of machines that act as a single logical party.
Alternatively, or additionally, we could use hardware acceleration to take advantage of this same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look at the bottleneck in the LAN setting, which is the local computation on the king party. While this local computation is not a bottleneck in the WAN setting, as we scale to more and more parties, it could plausibly become a problem, so solving this bottleneck can be beneficial in all network environments.
One option would be to try to load balance the king role, so multiple parties act as the king simultaneously.
However, instead I'm going to propose that we take the local computation bottleneck on the king, and lean into it.
In MPC, sometimes we look at local computation bottlenecks and we don't know what to do. But improving the performance of local computation is what a lot of the rest of computer science is about. So this is actually a good thing, because it's a problem we know how to solve.
My proposal is to create a system setup where we have a powerful central server and many weak clients that are only guaranteed to be connected for a short period of time. In this setting, we want to be bottlenecked by the king party, because we know how to scale the king party.
One way to achieve this scaling is to just take advantage of the inherent parallelism is doing the same operation for each parallel gate, and we can run the computation across a cluster of machines that act as a single logical party.
Alternatively, or additionally, we could use hardware acceleration to take advantage of this same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look at the bottleneck in the LAN setting, which is the local computation on the king party. While this local computation is not a bottleneck in the WAN setting, as we scale to more and more parties, it could plausibly become a problem, so solving this bottleneck can be beneficial in all network environments.
One option would be to try to load balance the king role, so multiple parties act as the king simultaneously.
However, instead I'm going to propose that we take the local computation bottleneck on the king, and lean into it.
In MPC, sometimes we look at local computation bottlenecks and we don't know what to do. But improving the performance of local computation is what a lot of the rest of computer science is about. So this is actually a good thing, because it's a problem we know how to solve.
My proposal is to create a system setup where we have a powerful central server and many weak clients that are only guaranteed to be connected for a short period of time. In this setting, we want to be bottlenecked by the king party, because we know how to scale the king party.
One way to achieve this scaling is to just take advantage of the inherent parallelism is doing the same operation for each parallel gate, and we can run the computation across a cluster of machines that act as a single logical party.
Alternatively, or additionally, we could use hardware acceleration to take advantage of this same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look at the bottleneck in the LAN setting, which is the local computation on the king party. While this local computation is not a bottleneck in the WAN setting, as we scale to more and more parties, it could plausibly become a problem, so solving this bottleneck can be beneficial in all network environments.
One option would be to try to load balance the king role, so multiple parties act as the king simultaneously.
However, instead I'm going to propose that we take the local computation bottleneck on the king, and lean into it.
In MPC, sometimes we look at local computation bottlenecks and we don't know what to do. But improving the performance of local computation is what a lot of the rest of computer science is about. So this is actually a good thing, because it's a problem we know how to solve.
My proposal is to create a system setup where we have a powerful central server and many weak clients that are only guaranteed to be connected for a short period of time. In this setting, we want to be bottlenecked by the king party, because we know how to scale the king party.
One way to achieve this scaling is to just take advantage of the inherent parallelism is doing the same operation for each parallel gate, and we can run the computation across a cluster of machines that act as a single logical party.
Alternatively, or additionally, we could use hardware acceleration to take advantage of this same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Slide-77-image-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Slide-78-image-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Slide-79-image-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Slide-80-image-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Slide-81-image-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Slide-82-image-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Slide-83-image-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Slide-84-image-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Slide-85-image-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Slide-86-image-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Slide-87-image-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Slide-88-image-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Slide-89-image-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Slide-90-image-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Slide-91-image-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Slide-92-image-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Slide-93-image-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Slide-94-image-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Slide-95-image-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Slide-96-image-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Slide-97-image-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Slide-98-image-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Slide-99-image-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Slide-100-image-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Slide-101-image-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Slide-102-image-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Slide-103-image-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Slide-104-image-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Slide-105-image-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Slide-106-image-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Slide-107-image-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Slide-108-image-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Slide-109-image-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Slide-110-image-1.pn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Slide-111-image-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Slide-112-image-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Slide-113-image-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Slide-114-image-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Slide-115-image-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Slide-116-image-1.pn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Slide-117-image-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Slide-118-image-1.pn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Slide-119-image-1.pn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Slide-120-image-1.pn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Slide-121-image-1.pn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Slide-122-image-1.pn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Slide-123-image-1.pn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Slide-124-image-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Slide-125-image-1.pn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Slide-126-image-1.pn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Slide-127-image-1.pn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Slide-128-image-1.pn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Slide-129-image-1.pn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Slide-130-image-1.pn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Slide-131-image-1.pn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Slide-132-image-1.pn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Slide-133-image-1.pn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Slide-134-image-1.pn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Slide-135-image-1.pn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Slide-136-image-1.pn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Slide-137-image-1.pn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Slide-138-image-1.pn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Slide-139-image-1.png"/><Relationship Id="rId2" Type="http://schemas.openxmlformats.org/officeDocument/2006/relationships/slideLayout" Target="../slideLayouts/slideLayout1.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Slide-140-image-1.pn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Slide-141-image-1.pn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Slide-142-image-1.png"/><Relationship Id="rId2" Type="http://schemas.openxmlformats.org/officeDocument/2006/relationships/slideLayout" Target="../slideLayouts/slideLayout1.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Slide-143-image-1.pn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Slide-144-image-1.pn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Slide-145-image-1.pn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Slide-146-image-1.pn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Slide-147-image-1.png"/><Relationship Id="rId2" Type="http://schemas.openxmlformats.org/officeDocument/2006/relationships/slideLayout" Target="../slideLayouts/slideLayout1.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Slide-148-image-1.png"/><Relationship Id="rId2" Type="http://schemas.openxmlformats.org/officeDocument/2006/relationships/slideLayout" Target="../slideLayouts/slideLayout1.xml"/><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Slide-149-image-1.pn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Slide-150-image-1.pn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Slide-151-image-1.png"/><Relationship Id="rId2" Type="http://schemas.openxmlformats.org/officeDocument/2006/relationships/slideLayout" Target="../slideLayouts/slideLayout1.xml"/><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Slide-152-image-1.png"/><Relationship Id="rId2" Type="http://schemas.openxmlformats.org/officeDocument/2006/relationships/slideLayout" Target="../slideLayouts/slideLayout1.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Slide-153-image-1.png"/><Relationship Id="rId2" Type="http://schemas.openxmlformats.org/officeDocument/2006/relationships/slideLayout" Target="../slideLayouts/slideLayout1.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Slide-154-image-1.png"/><Relationship Id="rId2" Type="http://schemas.openxmlformats.org/officeDocument/2006/relationships/slideLayout" Target="../slideLayouts/slideLayout1.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Slide-155-image-1.png"/><Relationship Id="rId2" Type="http://schemas.openxmlformats.org/officeDocument/2006/relationships/slideLayout" Target="../slideLayouts/slideLayout1.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Slide-156-image-1.png"/><Relationship Id="rId2" Type="http://schemas.openxmlformats.org/officeDocument/2006/relationships/slideLayout" Target="../slideLayouts/slideLayout1.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Slide-157-image-1.png"/><Relationship Id="rId2" Type="http://schemas.openxmlformats.org/officeDocument/2006/relationships/slideLayout" Target="../slideLayouts/slideLayout1.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Slide-158-image-1.pn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Slide-159-image-1.png"/><Relationship Id="rId2" Type="http://schemas.openxmlformats.org/officeDocument/2006/relationships/slideLayout" Target="../slideLayouts/slideLayout1.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Slide-160-image-1.png"/><Relationship Id="rId2" Type="http://schemas.openxmlformats.org/officeDocument/2006/relationships/slideLayout" Target="../slideLayouts/slideLayout1.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Slide-161-image-1.png"/><Relationship Id="rId2" Type="http://schemas.openxmlformats.org/officeDocument/2006/relationships/slideLayout" Target="../slideLayouts/slideLayout1.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Slide-162-image-1.png"/><Relationship Id="rId2" Type="http://schemas.openxmlformats.org/officeDocument/2006/relationships/slideLayout" Target="../slideLayouts/slideLayout1.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Slide-163-image-1.pn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Slide-164-image-1.png"/><Relationship Id="rId2" Type="http://schemas.openxmlformats.org/officeDocument/2006/relationships/slideLayout" Target="../slideLayouts/slideLayout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Slide-165-image-1.pn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Slide-166-image-1.png"/><Relationship Id="rId2" Type="http://schemas.openxmlformats.org/officeDocument/2006/relationships/slideLayout" Target="../slideLayouts/slideLayout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Slide-167-image-1.png"/><Relationship Id="rId2" Type="http://schemas.openxmlformats.org/officeDocument/2006/relationships/slideLayout" Target="../slideLayouts/slideLayout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Slide-168-image-1.pn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Slide-169-image-1.pn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Slide-170-image-1.pn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Slide-171-image-1.pn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Slide-172-image-1.pn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Slide-173-image-1.png"/><Relationship Id="rId2" Type="http://schemas.openxmlformats.org/officeDocument/2006/relationships/slideLayout" Target="../slideLayouts/slideLayout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Slide-174-image-1.pn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Slide-175-image-1.pn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Slide-176-image-1.pn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Slide-177-image-1.pn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Slide-178-image-1.pn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Slide-179-image-1.png"/><Relationship Id="rId2" Type="http://schemas.openxmlformats.org/officeDocument/2006/relationships/slideLayout" Target="../slideLayouts/slideLayout1.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Slide-180-image-1.png"/><Relationship Id="rId2" Type="http://schemas.openxmlformats.org/officeDocument/2006/relationships/slideLayout" Target="../slideLayouts/slideLayout1.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Slide-181-image-1.png"/><Relationship Id="rId2" Type="http://schemas.openxmlformats.org/officeDocument/2006/relationships/slideLayout" Target="../slideLayouts/slideLayout1.xml"/><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Slide-182-image-1.pn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Slide-183-image-1.png"/><Relationship Id="rId2" Type="http://schemas.openxmlformats.org/officeDocument/2006/relationships/slideLayout" Target="../slideLayouts/slideLayout1.xml"/><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Slide-184-image-1.png"/><Relationship Id="rId2" Type="http://schemas.openxmlformats.org/officeDocument/2006/relationships/slideLayout" Target="../slideLayouts/slideLayout1.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Slide-185-image-1.png"/><Relationship Id="rId2" Type="http://schemas.openxmlformats.org/officeDocument/2006/relationships/slideLayout" Target="../slideLayouts/slideLayout1.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Slide-186-image-1.png"/><Relationship Id="rId2" Type="http://schemas.openxmlformats.org/officeDocument/2006/relationships/slideLayout" Target="../slideLayouts/slideLayout1.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Slide-187-image-1.png"/><Relationship Id="rId2" Type="http://schemas.openxmlformats.org/officeDocument/2006/relationships/slideLayout" Target="../slideLayouts/slideLayout1.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Slide-188-image-1.pn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188</Slides>
  <Notes>188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188</vt:i4>
      </vt:variant>
    </vt:vector>
  </HeadingPairs>
  <TitlesOfParts>
    <vt:vector size="19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Qualifying Exam</dc:title>
  <dc:subject>PptxGenJS Presentation</dc:subject>
  <dc:creator/>
  <cp:lastModifiedBy/>
  <cp:revision>1</cp:revision>
  <dcterms:created xsi:type="dcterms:W3CDTF">2025-11-05T18:43:07Z</dcterms:created>
  <dcterms:modified xsi:type="dcterms:W3CDTF">2025-11-05T18:43:07Z</dcterms:modified>
</cp:coreProperties>
</file>