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Lst>
  <p:notesMasterIdLst>
    <p:notesMasterId r:id="rId25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notesMaster" Target="notesMasters/notesMaster1.xml"/><Relationship Id="rId252" Type="http://schemas.openxmlformats.org/officeDocument/2006/relationships/presProps" Target="presProps.xml"/><Relationship Id="rId253" Type="http://schemas.openxmlformats.org/officeDocument/2006/relationships/viewProps" Target="viewProps.xml"/><Relationship Id="rId254" Type="http://schemas.openxmlformats.org/officeDocument/2006/relationships/theme" Target="theme/theme1.xml"/><Relationship Id="rId2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going to have three parts.
I'm going to start with a recent deployment of MPC, where we collected data to predict political preferences.
A key component in the deployment was oblivious sorting. Independently from the political polling project, I've spent quite a lot of time working on oblivious sorting, so I'll talk about some of my work on that.
And then finally, we built a system based on our oblivious sorting work. That is ORQ, a system for relational analytics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of the talk is about a deployment of privacy preserving machine learning on web browsing data to predict political preferences.
This is all part of a paper that is going to appear at CSCML 25 in December.
And here are two links to the paper on ePrint and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on the last slide are great, but in case you don't believe me yet, here we compare them to MP-SPDZ. If you're not familiar with it, MP-SPDZ is a framework for MPC with just an incredible generality, but in terms of performance, we can beat it by quite a lot.
As you can see, our sorting implementations get between an 8x and almost 200x improvement over MP-SPDZ. In the three-party case, Marcel has done a lot of optimizations to make the protocol asymptotically efficient with a good oblivious shuffle protocol. In this setting, we implement basically an identical protocol to MP-SPDZ, but we do so with support for parallelism and some other systems optimizations, which gives us an 8x improvement.
Our main contribution is that we extend this same efficiency which previously only really applied in the three-party case to the two party and four party cases. And that's where we get the 100 to 200x speedups.
Also, note the scale here. We're only scaling up to a few million elements in the two and four party cases, because this is when MP-SPDZ can't go any further, even though we can go up to half a billion like in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me to the final section of this talk, which is about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ORQ is a system for performing relational analytics under MPC. The paper recently appeared at SOSP 25.
The three little badges here mean that it was deemed fully reprocudible. It actually won the distinguished artifact award, so we're pretty proud of that.
Here are two QR codes that link to the paper and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and show how this new algorithm fits into the bigger picture, here is a diagram showing the space of all possible joins.
This left box is one to many joins. As a reminder, this means that one of the tables has unique keys. This class of joins has been supported by prior work.
The general problem of many to many joins is still impractically difficult. However, essentially all real world queries of interest follow a join with an aggregation, and this aggregation is typically decomposable.
An aggregation function is decomposable if we can divide the input in parts, run the function on each part, and then run the function again on the results of each part. For example, the sum function is decomposable.
Finally, our algorithm applies to the subset of joins followed by decomposable aggregations where all keys exist in one of the tables.
At this point it may seem like I'm splitting hairs, but I just want to emphasize that complex queries from real world use cases almost all fall in this category, which means we're the first to evaluate some of these queries without introducing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work was to make secure analytics practical, so it's time to show some results.
Here we have a benchmark of 31 queries, where input sizes are databases with a size of 1 gigabyte.
The 9 queries on the right are all queries found in prior work in the MPC literature. Importantly, some of these queries were believed to be inherently difficult under MPC and were used to motivate the need for leakage. As you can see, we evaluate all of these queries in just a few minutes for a 1 gigabyte databatse.
On the left, we have the entire TPC-H benchmark. This is a standard benchmark for plaintext database systems and is meant to capture an array of practical queries to stress test the system. We are the first to securely evaluate all queries from the benchmark, and we do so in under an hour in LAN for all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work was to make secure analytics practical, so it's time to show some results.
Here we have a benchmark of 31 queries, where input sizes are databases with a size of 1 gigabyte.
The 9 queries on the right are all queries found in prior work in the MPC literature. Importantly, some of these queries were believed to be inherently difficult under MPC and were used to motivate the need for leakage. As you can see, we evaluate all of these queries in just a few minutes for a 1 gigabyte databatse.
On the left, we have the entire TPC-H benchmark. This is a standard benchmark for plaintext database systems and is meant to capture an array of practical queries to stress test the system. We are the first to securely evaluate all queries from the benchmark, and we do so in under an hour in LAN for all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Aside from raw performance numbers, the other main goal of this work was to show that we can scale the system up to larger and larger queries.
Here, we ran each query in the TPC-H benchmark at scale factor 1 and scale factor 10, and we plot the overhead of the larger input sizes.
Theoretically with n log n scaling, we expect the overhead to be about 11x. This is almost exactly what we see on average, although there's quite a bit of fluctuation on individual queries.
The takeaway here is that if we just throw more resources at the problem, meaning more time and more memory, then we can continue to scale up to larger and larger sizes without the system getting in the way.
Of course, there's still a ton of work to do to decrease the concrete costs in time and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Aside from raw performance numbers, the other main goal of this work was to show that we can scale the system up to larger and larger queries.
Here, we ran each query in the TPC-H benchmark at scale factor 1 and scale factor 10, and we plot the overhead of the larger input sizes.
Theoretically with n log n scaling, we expect the overhead to be about 11x. This is almost exactly what we see on average, although there's quite a bit of fluctuation on individual queries.
The takeaway here is that if we just throw more resources at the problem, meaning more time and more memory, then we can continue to scale up to larger and larger sizes without the system getting in the way.
Of course, there's still a ton of work to do to decrease the concrete costs in time and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Slide-161-image-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Slide-165-image-1.pn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Slide-166-image-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Slide-167-image-1.pn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Slide-168-image-1.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Slide-169-image-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Slide-172-image-1.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Slide-173-image-1.pn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Slide-174-image-1.pn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Slide-176-image-1.pn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Slide-177-image-1.pn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pn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Slide-179-image-1.pn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Slide-181-image-1.pn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pn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pn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Slide-184-image-1.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Slide-185-image-1.pn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Slide-186-image-1.pn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Slide-187-image-1.pn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Slide-188-image-1.pn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Slide-189-image-1.pn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Slide-190-image-1.pn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Slide-191-image-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Slide-192-image-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Slide-193-image-1.png"/><Relationship Id="rId2" Type="http://schemas.openxmlformats.org/officeDocument/2006/relationships/slideLayout" Target="../slideLayouts/slideLayout1.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Slide-194-image-1.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Slide-195-image-1.pn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Slide-196-image-1.pn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Slide-197-image-1.pn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Slide-198-image-1.pn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Slide-199-image-1.pn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Slide-200-image-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Slide-201-image-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Slide-202-image-1.pn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Slide-203-image-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Slide-204-image-1.pn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Slide-205-image-1.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Slide-206-image-1.pn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Slide-207-image-1.pn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Slide-208-image-1.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Slide-209-image-1.pn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Slide-210-image-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Slide-211-image-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Slide-212-image-1.pn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Slide-213-image-1.png"/><Relationship Id="rId2" Type="http://schemas.openxmlformats.org/officeDocument/2006/relationships/slideLayout" Target="../slideLayouts/slideLayout1.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Slide-214-image-1.pn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Slide-215-image-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Slide-216-image-1.pn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Slide-217-image-1.png"/><Relationship Id="rId2" Type="http://schemas.openxmlformats.org/officeDocument/2006/relationships/slideLayout" Target="../slideLayouts/slideLayout1.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Slide-218-image-1.pn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Slide-219-image-1.pn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Slide-220-image-1.png"/><Relationship Id="rId2" Type="http://schemas.openxmlformats.org/officeDocument/2006/relationships/slideLayout" Target="../slideLayouts/slideLayout1.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Slide-221-image-1.png"/><Relationship Id="rId2" Type="http://schemas.openxmlformats.org/officeDocument/2006/relationships/slideLayout" Target="../slideLayouts/slideLayout1.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Slide-222-image-1.png"/><Relationship Id="rId2" Type="http://schemas.openxmlformats.org/officeDocument/2006/relationships/slideLayout" Target="../slideLayouts/slideLayout1.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Slide-223-image-1.png"/><Relationship Id="rId2" Type="http://schemas.openxmlformats.org/officeDocument/2006/relationships/slideLayout" Target="../slideLayouts/slideLayout1.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image" Target="../media/Slide-224-image-1.png"/><Relationship Id="rId2" Type="http://schemas.openxmlformats.org/officeDocument/2006/relationships/slideLayout" Target="../slideLayouts/slideLayout1.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Slide-225-image-1.png"/><Relationship Id="rId2" Type="http://schemas.openxmlformats.org/officeDocument/2006/relationships/slideLayout" Target="../slideLayouts/slideLayout1.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Slide-226-image-1.png"/><Relationship Id="rId2" Type="http://schemas.openxmlformats.org/officeDocument/2006/relationships/slideLayout" Target="../slideLayouts/slideLayout1.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Slide-227-image-1.png"/><Relationship Id="rId2" Type="http://schemas.openxmlformats.org/officeDocument/2006/relationships/slideLayout" Target="../slideLayouts/slideLayout1.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image" Target="../media/Slide-228-image-1.png"/><Relationship Id="rId2" Type="http://schemas.openxmlformats.org/officeDocument/2006/relationships/slideLayout" Target="../slideLayouts/slideLayout1.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Slide-229-image-1.png"/><Relationship Id="rId2" Type="http://schemas.openxmlformats.org/officeDocument/2006/relationships/slideLayout" Target="../slideLayouts/slideLayout1.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image" Target="../media/Slide-230-image-1.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image" Target="../media/Slide-231-image-1.png"/><Relationship Id="rId2" Type="http://schemas.openxmlformats.org/officeDocument/2006/relationships/slideLayout" Target="../slideLayouts/slideLayout1.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image" Target="../media/Slide-232-image-1.png"/><Relationship Id="rId2" Type="http://schemas.openxmlformats.org/officeDocument/2006/relationships/slideLayout" Target="../slideLayouts/slideLayout1.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image" Target="../media/Slide-233-image-1.png"/><Relationship Id="rId2" Type="http://schemas.openxmlformats.org/officeDocument/2006/relationships/slideLayout" Target="../slideLayouts/slideLayout1.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image" Target="../media/Slide-234-image-1.png"/><Relationship Id="rId2" Type="http://schemas.openxmlformats.org/officeDocument/2006/relationships/slideLayout" Target="../slideLayouts/slideLayout1.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image" Target="../media/Slide-235-image-1.png"/><Relationship Id="rId2" Type="http://schemas.openxmlformats.org/officeDocument/2006/relationships/slideLayout" Target="../slideLayouts/slideLayout1.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Slide-236-image-1.png"/><Relationship Id="rId2" Type="http://schemas.openxmlformats.org/officeDocument/2006/relationships/slideLayout" Target="../slideLayouts/slideLayout1.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image" Target="../media/Slide-237-image-1.png"/><Relationship Id="rId2" Type="http://schemas.openxmlformats.org/officeDocument/2006/relationships/slideLayout" Target="../slideLayouts/slideLayout1.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Slide-238-image-1.png"/><Relationship Id="rId2" Type="http://schemas.openxmlformats.org/officeDocument/2006/relationships/slideLayout" Target="../slideLayouts/slideLayout1.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Slide-239-image-1.pn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Slide-240-image-1.png"/><Relationship Id="rId2" Type="http://schemas.openxmlformats.org/officeDocument/2006/relationships/slideLayout" Target="../slideLayouts/slideLayout1.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Slide-241-image-1.png"/><Relationship Id="rId2" Type="http://schemas.openxmlformats.org/officeDocument/2006/relationships/slideLayout" Target="../slideLayouts/slideLayout1.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Slide-242-image-1.png"/><Relationship Id="rId2" Type="http://schemas.openxmlformats.org/officeDocument/2006/relationships/slideLayout" Target="../slideLayouts/slideLayout1.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image" Target="../media/Slide-243-image-1.png"/><Relationship Id="rId2" Type="http://schemas.openxmlformats.org/officeDocument/2006/relationships/slideLayout" Target="../slideLayouts/slideLayout1.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image" Target="../media/Slide-244-image-1.png"/><Relationship Id="rId2" Type="http://schemas.openxmlformats.org/officeDocument/2006/relationships/slideLayout" Target="../slideLayouts/slideLayout1.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image" Target="../media/Slide-245-image-1.png"/><Relationship Id="rId2" Type="http://schemas.openxmlformats.org/officeDocument/2006/relationships/slideLayout" Target="../slideLayouts/slideLayout1.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image" Target="../media/Slide-246-image-1.png"/><Relationship Id="rId2" Type="http://schemas.openxmlformats.org/officeDocument/2006/relationships/slideLayout" Target="../slideLayouts/slideLayout1.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image" Target="../media/Slide-247-image-1.png"/><Relationship Id="rId2" Type="http://schemas.openxmlformats.org/officeDocument/2006/relationships/slideLayout" Target="../slideLayouts/slideLayout1.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Slide-248-image-1.png"/><Relationship Id="rId2" Type="http://schemas.openxmlformats.org/officeDocument/2006/relationships/slideLayout" Target="../slideLayouts/slideLayout1.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Slide-249-image-1.png"/><Relationship Id="rId2" Type="http://schemas.openxmlformats.org/officeDocument/2006/relationships/slideLayout" Target="../slideLayouts/slideLayout1.xml"/><Relationship Id="rId3" Type="http://schemas.openxmlformats.org/officeDocument/2006/relationships/notesSlide" Target="../notesSlides/notesSlide2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249</Slides>
  <Notes>249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249</vt:i4>
      </vt:variant>
    </vt:vector>
  </HeadingPairs>
  <TitlesOfParts>
    <vt:vector size="2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JP Morgan Talk</dc:title>
  <dc:subject>PptxGenJS Presentation</dc:subject>
  <dc:creator/>
  <cp:lastModifiedBy/>
  <cp:revision>1</cp:revision>
  <dcterms:created xsi:type="dcterms:W3CDTF">2025-10-30T03:08:11Z</dcterms:created>
  <dcterms:modified xsi:type="dcterms:W3CDTF">2025-10-30T03:08:11Z</dcterms:modified>
</cp:coreProperties>
</file>