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Lst>
  <p:notesMasterIdLst>
    <p:notesMasterId r:id="rId214"/>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notesMaster" Target="notesMasters/notesMaster1.xml"/><Relationship Id="rId215" Type="http://schemas.openxmlformats.org/officeDocument/2006/relationships/presProps" Target="presProps.xml"/><Relationship Id="rId216" Type="http://schemas.openxmlformats.org/officeDocument/2006/relationships/viewProps" Target="viewProps.xml"/><Relationship Id="rId217" Type="http://schemas.openxmlformats.org/officeDocument/2006/relationships/theme" Target="theme/theme1.xml"/><Relationship Id="rId2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going to have three parts.
I'm going to start with a recent deployment of MPC, where we collected data to predict political preferences.
A key component in the deployment was oblivious sorting. Independently from the political polling project, I've spent quite a lot of time working on oblivious sorting, so I'll talk about some of my work on that.
And then finally, we built a system based on our oblivious sorting work. That is ORQ, a system for relational analytics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part of the talk is about a deployment of privacy preserving machine learning on web browsing data to predict political preferences.
This is all part of a paper that is going to appear at CSCML 25 in December.
And here are two links to the paper on ePrint and to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about a new way to do political polling.
So I'll start with some background and some of the downsides of traditional approaches to polling.
In a typical poll, we collect data by either calling people or getting them to fill out a survey.
This means that data collection takes time. There's typically a high latency between commissioning a poll and getting results.
Second, data collection is a human-intensive process, so scaling to collect more data can be quite costly.
Finally, traditional polling offers poor geographic and temporal coverage. Polls are restricted to a few key areas immediately before an election, which means many locations go unpolled for weeks or months.
What I'm about to show is the complete list of polls commissioned in the state of WV in the last 3 months before the election.
Just one. Now here's the same list...
In the context of US presidential elections, this discrepancy makes sense. Pollster time is a scarce resource, and they want to spend that time on states they think will be competitive.
But it does mean that we're leaving potentially valuable data and valuable insights on the table.
If we were to have access to much more data, we might be able to learn quite a bit more and make more accurate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seek to conduct political polls based on web browsing data.
The starting point is the following question: can website visits predict political leanings?
It's not hard to see why this might be the case. The media you consume can say a lot about your politics.
Take, for example, where you get your news. If you spend a lot of time on the New York Times website, that might be an indication that you lean more Democratic. If you frequent Fox News, that might indicate that you lean more Republican.
In addition to providing a good signal for political beliefs, monitoring web browsing allows us to collect a lot more data.
And, equally importantly, we can do so with a fully automated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the first to study this problem.
Prior work in both machine learning and political science has shown that web browsing behavior can predict political sentiment and voting results.
As an example that demonstrates all the best aspects of web browsing based polling, 
Comarela et al. use web browsing data to quantify the effect of the 2016 "Comey Letter" on a state-by-state basis.
- you can see their results on the right
Specifics of the letter are not important. What matters is that the event was too close to the election for other polling methods to detect the effect in time.
They also found that social media provide the best signal.
By this, I mean not whether you visited a certain website, but whether you did so by clicking on a link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I'll compare the traditional approach to polling with one based on collecting web browsing data.
Traditional polling is
- slow and expensive, because data is a human-intensive process
- the results we get are coarse-grained, we only learn whether you support candidate A or B, but not the data informing the choice
In contrast, a system based on analyzing web browsing data can be fully automated
- which gives us immediate results
- and is cheap, allowing us to scale to much more data
- the results are much more fine-grained because we collect much richer data. Not only can we learn who an individual supports, but we might get an idea for why and how that changes over time.
The richness of the data poses the following question
- what are we going to do about privacy?
Clearly, we don't want to be collecting all this data in plaintext.
- can we predict political preferences while respecting user privacy?
We show that the answer is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problem, we built a system for securely predicting political preferences from web browsing data.
In doing so, we collected and analyzed data from ALMOST 8000 unique users, including over 2000 daily active users.
And, to address the privacy question, all analysis took place under 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MPC, I'll take a minute to talk about the learning problem we're trying to solve.
Every day, each user in the system is going to send us a unlabeled vector with about 1000 elements. We don't know their political preference.
The vector contains the number of visits to each of the top 517 websites in the US and the number of times referred to each of the top 517 websites from a popular social media website.
The unlabeled vectors are grouped together by state, and each state has a ground truth, which can be either the real election results or a prior poll.
Here are two example states. The left might be Massachussetts. We don't know who the individual users prefer, but we know that the state as a whole voted 60% for the Democratic candidate. On the right might be Florida. Again, we don't know the individual preferences, but we know that the state as a whole voted 55% for the Republican candidate.
The goal of the problem is to train on an aggregate ground truth.
So, what did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system. The system has 3 major components.
First, there's a browser plugin that users install which monitors their web browsing.
Then, there's an intermediate webserver which simplifies the interaction between clients and MPC servers.
Finally, there's the MPC backend which performs the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client plugin.
We built a custom Chrome plugin from scratch which monitors both website visits and referrals.
Every day, the plugin puts together a histogram of the number of visits and referrals to each website.
Then it secret shares the histogram and sends the shares to the computing parties.
The shares are encrypted under the public key of the destination party.
All secret sharing and encryption takes place on the client side.
And finally, the plugin code is open source and can be found at the link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an intermediate webserver which exists to simplify the interaction with the clients.
We don't want to have the MPC servers running all the time, and we don't want the client to have to manage 3 connections.
The webserver also collects basic metadata, for example, so that we can pay users for their participation.
We emphasize that because secret shares are end-to-end encrypted from clients to the computing parties, the webserver never sees any private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component is the MPC backend.
We run the MPC in the three party setting with an honest majority.
And we built our implementation on top of the CrypTen library.
We implemented an algorithm for the learning from label proportions problem under MPC. This is the first MPC implementation of a model for this particular problem.
I'll talk more about the details of the implementation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an LLP model under MPC, we first need to talk about the plaintext algorithm that it corresponds to.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an LLP model under MPC, we first need to talk about the plaintext algorithm that it corresponds to.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an LLP model under MPC, we first need to talk about the plaintext algorithm that it corresponds to.
As a reminder, the input to the model is a group of unlabeled histograms grouped together by state, where each state has a ground-truth label.
The learning algorithm follows a train update loop until it converges.
We repeat the following steps until we reach convergence.
We train a logistic regression model on the data.
Logistic regression requires each user to have a label, so we're going to assign each user a label. We start with some initial predictions which can either be random or based on their state's label. We're going to update these predictions in each iteration and retrain the logistic regression model.
After training a model for the iteration, we run inference with the model. Then, we sort each state's users by their prediction. We set a threshold for the output, and we update individual predictions by comparing them with the threshold.
So, after this step, if a state voted 60% Democratic in the election, we would assign a Democrat label to the 60% of users predicted to be most likely to vote Democratic.
We repeat this process until the predictions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that same algorithm expressed in pseudocode. I'll go through each step and show how we translate it to MPC.
First, we initialize the labels, and this can be done in plaintext. The initialization is either randomized or fixed based on the user's state.
The next step is to train a model with the current labels and run inference on the data using the new model. Machine learning under MPC is complex and there's been a ton of work on this, so we just use the existing work as a black box and state that it can be done under MPC.
The key step in updating the labels in each iteration is to determine the threshold separating a Democratic prediction from a Republican prediction. This involves computing percentiles, which effectively requires oblivious sorting, making this a very expensive step. More to come on that point.
Then we need to actually update the labels for each user by comparing it with the state threshold. This can be done with a simple oblivious comparison circuit.
Finally, we need to check for convergence after every iteration to tell when we should stop the training. All we reveal is whether we should stop or not, so a single bit. We do this by taking the current label vector and comparing it with the last label vector, giving us a vector of bits indicating which indices are the same as the last iteration. We can sum the result vector and then do a single comparison between the sum and a convergence threshold. Then we reveal the result of that final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transition a little bit and talk about payment. Paying our users was unexpectedly one of the most interesting parts of this project. We didn't really realize it until we started writing the paper, but we wound up doing something that amounted to a weird form of secure computation.
To start with the basics, we paid our users for their participation, that's how we managed to get thousands of users. And we recruited them and paid them through Amazon Mechanical Turk, which is a service for finding gig workers.
The important points are that in order to pay users, we need to know their MTurk ID, which is not anonymous, and we need to know which users were active on which days.
This seems like it should be pretty straightforward, but there was a little wrinkle. The BU IRB process was taking too long, so we didn't end up getting approval in time for the deployment. The only IRB approval was for WashU, which meant that we at BU were not allowed to hold any personally identifiable information, like user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formalize the problem.
Our "secure computation" (if we can call it that), has two parties, BU and WashU.
As input, BU has the complete secret-shared dataset of web browsing data. WashU has the set of all registered IDs.
As output, both parties want something. Starting with WashU, they want to know which users were involved in the data sample on each day.
Additionally, we at BU wanted to be able to aggregate data uploads from the same user over multiple days. The reason here is that web browsing fluctuates quite a lot from day to day, and there can be pretty strong swings just based on the day of the week. For example, your browsing pattern might look a lot different if you spend all day at work than if you're just on your laptop at home on a weekend. So we ended up wanting to aggregate on a weekly basis to smooth over these daily fluctuations.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the computation of WashU's output, which is the users that were active in the sample on a given day.
The mechanism we use to solve the problem is we have users attach a private tag to each upload. This tag is the hash of their ID concatenated with the current date. This is a form of message-locked encryption.
The IDs have about 96 bits of entropy. This isn't super high, but our adversary here is me on my own computer, so that's comfortably beyond my own brute force capabilities.
By operating the webserver that clients interact with, BU collects all the private tags, and then we just send all the tags to WashU.
Then, for each user in the user list, the folks at WashU check if they submitted data on a given date by computing the hash for that day and checking whether it appears in the set they receive from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BU's output, which is the aggregation of users over weekly intervals.
What we're going to do is create anonymized IDs. WashU maps the real user IDs onto anonymized IDs between 1 and n where n is the total number of users.
Again, we're going to use the private tags. For each user, WashU computes the tag for them for each possible date, and they send that set to BU along with the anonymous ID.
From there, BU can attach an anonymous ID to each data upload, and aggregating data from the same user becomes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first part of the talk, let's look into the future a bit.
We want to run this project again. 2026 is a little bit too close to make any meaningful changes, so we're setting our sights on the 2028 elections.
There are three major changes that we're exploring as we build the next version.
First, we want to collect more data, while respecting user privacy.
Second, we want to redesign and rebuild the inference pipeline to take advantage of the fact that inference is an easier problem than training.
Third, we want to scale up the training pipeline to be able to accommodate more users and a larger sample.
And finally, we want to make the payment process anonymous.
I'll talk about our plans for these first three points. I won't say any more about payment since we already talked about payment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machine learning system, the data is critical. One of the main directions we're exploring is how to collect more, of course while still preserving user privacy. I'll walk through what we're currently thinking about and working on.
So far, we've only been collecting the domains visited. So if we have a website like this, we're only looking at website.com, even if the rest of the page has more information about political beliefs.
So, what can we do? We want to be able to take advantage of all the information available to us, which means looking at the body of the webpage.
We want to get a consistent output from each website visit, so what we want to do is run the content of the webpage through a language model to generate an embedding. Then the embeddings can replace our visit histograms as the main source of information. We want to run the LLM on the client side in the browser, so we'll be using a very very lightweight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cool direction we're working on is an entirely new approach to inference based on different primitives to distribute trust more widely.
The key observation is that, unlike training, users can be treated entirely independently. We can have users run inference locally, and all we need to do is aggregate results.
This is probably ringing some bells, given some of the work that this lab has done. The primitive we're going to be relying on is secure aggregation.
I'm currently working on an implementation of a few of the recent secure aggregation protocols, including OPA, and I'll be open sourcing this as soon as I have something reasonably complete.
Finally, since we're now doing more of the computation on the client side, if we want to get some integrity guarantees on the data, we can have clients attach zero-knowledge proofs that the inference was evaluated correctly on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difficult half of the learning process is training the models, because training creates dependencies between clients, so we can no longer treat clients independently.
We want to be able to support more users. Just to throw some numbers around, say we want to scale from 2 thousand daily active users to 10 thousand.
The performance bottleneck in this current deployment is oblivious sorting. Regardless of which cryptographic techniques we use for training, we're going to have to scale up oblivious sorting.
And I want to use that point to segue into the second half of this talk, which is about oblivious sorting and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difficult half of the learning process is training the models, because training creates dependencies between clients, so we can no longer treat clients independently.
We want to be able to support more users. Just to throw some numbers around, say we want to scale from 2 thousand daily active users to 10 thousand.
The performance bottleneck in this current deployment is oblivious sorting. Regardless of which cryptographic techniques we use for training, we're going to have to scale up oblivious sorting.
And I want to use that point to segue into the second half of this talk, which is about oblivious sorting and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difficult half of the learning process is training the models, because training creates dependencies between clients, so we can no longer treat clients independently.
We want to be able to support more users. Just to throw some numbers around, say we want to scale from 2 thousand daily active users to 10 thousand.
The performance bottleneck in this current deployment is oblivious sorting. Regardless of which cryptographic techniques we use for training, we're going to have to scale up oblivious sorting.
And I want to use that point to segue into the second half of this talk, which is about oblivious sorting and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of oblivious sorting is that we want to sort a vector while keeping the program's control flow oblivious, or data-independent.
The canonical approach to oblivious sorting and probably the most common approach is to use a sorting network, and this is the approach we used in our deployment earlier.
Sorting networks are circuits with a fixed topology of compare-and-swap gates.
Because they're circuits, they translate nicely to the MPC setting, and they parallelize well. But they require n log squared n comparison gates, which means we're leaving performance on the table with the extra log factor.
Instead, our goal is to match the plaintext algorithms that only have n log n complexity. And we want to do it in a way that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our contributions to oblivious sorting.
On the theoretical side, we propose optimized parallel protocols for oblivious quicksort and radixsort. I'll show you how we do that in just a moment.
On the systems side, we give a state-of-the-art implementation that beats all prior work.
The headline result is that we show sorting results with up to half a billion elements, and we believe we're the first to ever reach that scale.
And the system is entirely open source. There have been a number of papers on sorting that show great results at smaller scales but don't provide source code, so we take a lot of pride in being the first implementation of quicksort and radixsort that is both open source and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to get into the details.
A cartoonish version of the plaintext algorithm is shown on the right.
You may be wondering how we can do quicksort obliviously, because the control flow is data-dependent or non-oblivious.
To do this, we employ the shuffle-then-sort paradigm. The idea here is that we can obliviously shuffle the input list such that no party knows which permutation has been applied.
This means that we're free to do a non-oblivious algorithm, which reveals the sorting permutation being applied, but the sorting permutation is now uncorrelated with the original input order.
A way of thinking about this is that we're applying two permutations, and since no party knows the shuffling permutation, it acts like a one-time pad on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our quicksort algorithm.
You're probably familiar with a recursive form of quicksort, but that recursive version is rather difficult to implement in parallel in MPC, so here we show how to use an iterative control flow.
At the beginning of an iteration, we have our data vector on the right, split into some number of smaller pieces by earlier iterations. Here we have 4 blocks. At the beginning of each block, we have the element that's going to act as the pivot for that block in this iteration. We have a separate indicator vector for the pivot indices.
We want to compare all the non-pivot elements with the pivot before them, so we construct two vectors to compare. In this first vector, we copy the pivot element once for every element to compare with it. In this second vector, we copy over all the non-pivot elements.
Then we do the comparison. We *open* the comparison results, so this result vector is known in plaintext to all parties.
This means that the final step of reordering the elements is a local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ton of small tricks related to sorting scattered throughout the paper, but I want to mention one in particular. That's the extraction of a sorting permutation.
When we do a sort, there are two challenges we want to solve, and we can actually solve them both with the same mechanism.
First, we want the sorting algorithms to be stable. The radix sort algorithm I showed is stable, but the quicksort algorithm is not, so we need to do some extra work to guarantee stability.
Second, we want to know what permutation was applied, so we can apply that same permutation to other columns or vectors. The permutation that we get as output should be secret-shared.
We only need one mechanism to solve both of these simultaneously, and that mechanism is input padding. Before invoking the sorting protocol, we attach additional bits encoding each element's initial position, so we attach secret sharings of the numbers 1 through n. Note that this is before the shuffle in quicksort.
Then we run the sorting protocol as a black box. In the end, we can break off the padding bits, and they represent the permutation that has been applied, so now we have a secret sharing of the sorting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it's time for some results. We implemented quicksort and radix sort with 2 parties, 3 parties, and 4 parties. The only significant difference between the different settings is which oblivious shuffle to use. Oblivious shuffling is very different in the honest majority setting and dishonest majority setting, but the efficiency in the online phase is roughly the same.
What we see in the results is that both quicksort and radixsort are more or less the same, with some minor fluctuations here and there.
The really important point here is the scale. We're able to sort half a billion elements, and the top end of this graph is just two or three hours. This is a scale that has never been reached before to our knowledge.
And a fun little detail here is that we can actually scale quicksort considerably farther than radix sort, because radix sort has some significant memory constraints as we get into these super large input sizes. We can keep scaling both of them arbitrarily as long as we keep increasing the machines' memory, but only quicksort was able to hit half a billion elements on the machines we tested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it's time for some results. We implemented quicksort and radix sort with 2 parties, 3 parties, and 4 parties. The only significant difference between the different settings is which oblivious shuffle to use. Oblivious shuffling is very different in the honest majority setting and dishonest majority setting, but the efficiency in the online phase is roughly the same.
What we see in the results is that both quicksort and radixsort are more or less the same, with some minor fluctuations here and there.
The really important point here is the scale. We're able to sort half a billion elements, and the top end of this graph is just two or three hours. This is a scale that has never been reached before to our knowledge.
And a fun little detail here is that we can actually scale quicksort considerably farther than radix sort, because radix sort has some significant memory constraints as we get into these super large input sizes. We can keep scaling both of them arbitrarily as long as we keep increasing the machines' memory, but only quicksort was able to hit half a billion elements on the machines we tested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it's time for some results. We implemented quicksort and radix sort with 2 parties, 3 parties, and 4 parties. The only significant difference between the different settings is which oblivious shuffle to use. Oblivious shuffling is very different in the honest majority setting and dishonest majority setting, but the efficiency in the online phase is roughly the same.
What we see in the results is that both quicksort and radixsort are more or less the same, with some minor fluctuations here and there.
The really important point here is the scale. We're able to sort half a billion elements, and the top end of this graph is just two or three hours. This is a scale that has never been reached before to our knowledge.
And a fun little detail here is that we can actually scale quicksort considerably farther than radix sort, because radix sort has some significant memory constraints as we get into these super large input sizes. We can keep scaling both of them arbitrarily as long as we keep increasing the machines' memory, but only quicksort was able to hit half a billion elements on the machines we tested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on the last slide are great, but in case you don't believe me yet, here we compare them to MP-SPDZ. If you're not familiar with it, MP-SPDZ is a framework for MPC with just an incredible generality, but in terms of performance, we can beat it by quite a lot.
As you can see, our sorting implementations get between an 8x and almost 200x improvement over MP-SPDZ. In the three-party case, Marcel has done a lot of optimizations to make the protocol asymptotically efficient with a good oblivious shuffle protocol. In this setting, we implement basically an identical protocol to MP-SPDZ, but we do so with support for parallelism and some other systems optimizations, which gives us an 8x improvement.
Our main contribution is that we extend this same efficiency which previously only really applied in the three-party case to the two party and four party cases. And that's where we get the 100 to 200x speedups.
Also, note the scale here. We're only scaling up to a few million elements in the two and four party cases, because this is when MP-SPDZ can't go any further, even though we can go up to half a billion like in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brings me to the final section of this talk, which is about ORQ.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ORQ is a system for performing relational analytics under MPC. The paper recently appeared at SOSP 25.
The three little badges here mean that it was deemed fully reprocudible. It actually won the distinguished artifact award, so we're pretty proud of that.
Here are two QR codes that link to the paper and the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problem that plagues secure databases.
Any secure computation must be oblivious, meaning the control flow must be independent of the data.
This means that oblivious computation must maintain worst-case output sizes.
Here's an example. On the left we have a table with a key column and a data column. Suppose we want to filter out all the data where the key is frog.
In plaintext, this would reduce the size of the table. But in an oblivious database, we can't change the size of the table without leaking to the adversary how many elements had the frog key.
In this case of a filter, this constraint isn't too problematic. It means we can't shrink the table at all, but it's not like it's increasing the size of the table. This is just the standard cost of doing oblivious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problem that plagues secure databases.
Any secure computation must be oblivious, meaning the control flow must be independent of the data.
This means that oblivious computation must maintain worst-case output sizes.
Here's an example. On the left we have a table with a key column and a data column. Suppose we want to filter out all the data where the key is frog.
In plaintext, this would reduce the size of the table. But in an oblivious database, we can't change the size of the table without leaking to the adversary how many elements had the frog key.
In this case of a filter, this constraint isn't too problematic. It means we can't shrink the table at all, but it's not like it's increasing the size of the table. This is just the standard cost of doing oblivious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problem that plagues secure databases.
Any secure computation must be oblivious, meaning the control flow must be independent of the data.
This means that oblivious computation must maintain worst-case output sizes.
Here's an example. On the left we have a table with a key column and a data column. Suppose we want to filter out all the data where the key is frog.
In plaintext, this would reduce the size of the table. But in an oblivious database, we can't change the size of the table without leaking to the adversary how many elements had the frog key.
In this case of a filter, this constraint isn't too problematic. It means we can't shrink the table at all, but it's not like it's increasing the size of the table. This is just the standard cost of doing oblivious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fundamental problem that plagues secure databases.
Any secure computation must be oblivious, meaning the control flow must be independent of the data.
This means that oblivious computation must maintain worst-case output sizes.
Here's an example. On the left we have a table with a key column and a data column. Suppose we want to filter out all the data where the key is frog.
In plaintext, this would reduce the size of the table. But in an oblivious database, we can't change the size of the table without leaking to the adversary how many elements had the frog key.
In this case of a filter, this constraint isn't too problematic. It means we can't shrink the table at all, but it's not like it's increasing the size of the table. This is just the standard cost of doing oblivious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of obliviousness is a lot more problematic for oblivious joins.
A join is a way of combining two tables according to their keys.
What we're interested in is the class of joins known as many-to-many joins, meaning that there can be duplicate keys in both input tables.
The problem is that if we don't know anything about the keys, then in the worst case, we have to materialize the cartesian product of the two tables, which requires quadratic time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 up, the problem is the following. We have two input tables, where we don't know of any constraints on the keys of either table.
Joining them leaves us with a table of quadratic size. Then, if we try to join another table with the first result, then we get a table of cubic size.
This is a cascading effect, so for real world queries of interest which require a lot of joins, we're left with an output of size n to the k plus 1 for k joins.
This is obliviously not practical, and prior work has used this barrier to argue that we need leakage in order to evaluate complex queries.
We're going to take a different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is that while the general problem of oblivious joins is impractically difficult, practical instances of the problem are not.
We can observe that real queries always impose a linear bound on the size of the output. This is because we essentially always run some kind of aggregation after a join to make the results meaningful.
This means that there is only a quadratic blowup in an intermediate step.
The key idea is that if we have a certain type of aggregation, like an incremental or decomposable aggregation, then the quadratic blowup can be avoided entirely.
The distinction with prior work is that while prior work introduced bounds on the intermediate result size or leaked the intermediate result size, we can avoid materializing the intermediate result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core algorithm, we propose a hybrid join-aggregation operator that combines the join and aggregation.
As a starting point, let's consider the case of a one to many join. This means that one table has unique keys, and the other table has duplicate keys.
The operator takes as input a left table and a right table, as well as a list of keys to join on.
We concatenate the left and right tables, then we sort them according to the key columns, and then we run an aggregation circuit on the sorted result.
Maybe you can already tell, but the reason I talked so much about oblivious sorting before this... is that this entirely reduces to sorting and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core algorithm, we propose a hybrid join-aggregation operator that combines the join and aggregation.
As a starting point, let's consider the case of a one to many join. This means that one table has unique keys, and the other table has duplicate keys.
The operator takes as input a left table and a right table, as well as a list of keys to join on.
We concatenate the left and right tables, then we sort them according to the key columns, and then we run an aggregation circuit on the sorted result.
Maybe you can already tell, but the reason I talked so much about oblivious sorting before this... is that this entirely reduces to sorting and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core algorithm, we propose a hybrid join-aggregation operator that combines the join and aggregation.
As a starting point, let's consider the case of a one to many join. This means that one table has unique keys, and the other table has duplicate keys.
The operator takes as input a left table and a right table, as well as a list of keys to join on.
We concatenate the left and right tables, then we sort them according to the key columns, and then we run an aggregation circuit on the sorted result.
Maybe you can already tell, but the reason I talked so much about oblivious sorting before this... is that this entirely reduces to sorting and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our core algorithm, we propose a hybrid join-aggregation operator that combines the join and aggregation.
As a starting point, let's consider the case of a one to many join. This means that one table has unique keys, and the other table has duplicate keys.
The operator takes as input a left table and a right table, as well as a list of keys to join on.
We concatenate the left and right tables, then we sort them according to the key columns, and then we run an aggregation circuit on the sorted result.
Maybe you can already tell, but the reason I talked so much about oblivious sorting before this... is that this entirely reduces to sorting and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algorithmic novelty of this work is the ability to transform a many to many join into a one to many join.
The idea is that we can run the aggregation on the first table ahead of time, a so-called pre-aggregation, and then we can obliviously mark duplicate keys as invalid.
When we concatenate the tables, we'll see something like this. We still have one table before the other, but now the first table has some rows marked as invalid. When we sort, these invalid rows get dropped all the way to the bottom, so they don't affect the results at all. We can't remove the invalid rows without leaking information about the table, but we can ensure that they don't contribute to the output in any way.
Remember that the general case of oblivious joins is still impractically difficult. Our algorithm works when the following two conditions are met.
First, the aggregation must be decomposable, and I'll come to what this means in a moment.
And second, all keys must exist in one of the tables.
We observe that these constraints are met in all practical queries from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and show how this new algorithm fits into the bigger picture, here is a diagram showing the space of all possible joins.
This left box is one to many joins. As a reminder, this means that one of the tables has unique keys. This class of joins has been supported by prior work.
The general problem of many to many joins is still impractically difficult. However, essentially all real world queries of interest follow a join with an aggregation, and this aggregation is typically decomposable.
An aggregation function is decomposable if we can divide the input in parts, run the function on each part, and then run the function again on the results of each part. For example, the sum function is decomposable.
Finally, our algorithm applies to the subset of joins followed by decomposable aggregations where all keys exist in one of the tables.
At this point it may seem like I'm splitting hairs, but I just want to emphasize that complex queries from real world use cases almost all fall in this category, which means we're the first to evaluate some of these queries without introducing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a lot of this talk on oblivious sorting, so now we're going to see why that matters.
Complex queries consist of joins, typically multiple, and joins consist of many sorts, as we saw with our join-aggregation operator.
As an example, query 21 from the TPC-H benchmark requires 12 sorts. At the largest input size that we benchmark, these 12 sorts are running on input sizes of up to 120 million rows.
At the beginning of this work, we were entirely bottlenecked by sorting. Now, we've actually done so much work on sorting that it's no longer the main bottleneck. Our end to end times are now roughly split between sorting and aggregation. We see this as a pretty big success for our work on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a lot of this talk on oblivious sorting, so now we're going to see why that matters.
Complex queries consist of joins, typically multiple, and joins consist of many sorts, as we saw with our join-aggregation operator.
As an example, query 21 from the TPC-H benchmark requires 12 sorts. At the largest input size that we benchmark, these 12 sorts are running on input sizes of up to 120 million rows.
At the beginning of this work, we were entirely bottlenecked by sorting. Now, we've actually done so much work on sorting that it's no longer the main bottleneck. Our end to end times are now roughly split between sorting and aggregation. We see this as a pretty big success for our work on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a lot of this talk on oblivious sorting, so now we're going to see why that matters.
Complex queries consist of joins, typically multiple, and joins consist of many sorts, as we saw with our join-aggregation operator.
As an example, query 21 from the TPC-H benchmark requires 12 sorts. At the largest input size that we benchmark, these 12 sorts are running on input sizes of up to 120 million rows.
At the beginning of this work, we were entirely bottlenecked by sorting. Now, we've actually done so much work on sorting that it's no longer the main bottleneck. Our end to end times are now roughly split between sorting and aggregation. We see this as a pretty big success for our work on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a lot of this talk on oblivious sorting, so now we're going to see why that matters.
Complex queries consist of joins, typically multiple, and joins consist of many sorts, as we saw with our join-aggregation operator.
As an example, query 21 from the TPC-H benchmark requires 12 sorts. At the largest input size that we benchmark, these 12 sorts are running on input sizes of up to 120 million rows.
At the beginning of this work, we were entirely bottlenecked by sorting. Now, we've actually done so much work on sorting that it's no longer the main bottleneck. Our end to end times are now roughly split between sorting and aggregation. We see this as a pretty big success for our work on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work was to make secure analytics practical, so it's time to show some results.
Here we have a benchmark of 31 queries, where input sizes are databases with a size of 1 gigabyte.
The 9 queries on the right are all queries found in prior work in the MPC literature. Importantly, some of these queries were believed to be inherently difficult under MPC and were used to motivate the need for leakage. As you can see, we evaluate all of these queries in just a few minutes for a 1 gigabyte databatse.
On the left, we have the entire TPC-H benchmark. This is a standard benchmark for plaintext database systems and is meant to capture an array of practical queries to stress test the system. We are the first to securely evaluate all queries from the benchmark, and we do so in under an hour in LAN for all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work was to make secure analytics practical, so it's time to show some results.
Here we have a benchmark of 31 queries, where input sizes are databases with a size of 1 gigabyte.
The 9 queries on the right are all queries found in prior work in the MPC literature. Importantly, some of these queries were believed to be inherently difficult under MPC and were used to motivate the need for leakage. As you can see, we evaluate all of these queries in just a few minutes for a 1 gigabyte databatse.
On the left, we have the entire TPC-H benchmark. This is a standard benchmark for plaintext database systems and is meant to capture an array of practical queries to stress test the system. We are the first to securely evaluate all queries from the benchmark, and we do so in under an hour in LAN for all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Aside from raw performance numbers, the other main goal of this work was to show that we can scale the system up to larger and larger queries.
Here, we ran each query in the TPC-H benchmark at scale factor 1 and scale factor 10, and we plot the overhead of the larger input sizes.
Theoretically with n log n scaling, we expect the overhead to be about 11x. This is almost exactly what we see on average, although there's quite a bit of fluctuation on individual queries.
The takeaway here is that if we just throw more resources at the problem, meaning more time and more memory, then we can continue to scale up to larger and larger sizes without the system getting in the way.
Of course, there's still a ton of work to do to decrease the concrete costs in time and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Aside from raw performance numbers, the other main goal of this work was to show that we can scale the system up to larger and larger queries.
Here, we ran each query in the TPC-H benchmark at scale factor 1 and scale factor 10, and we plot the overhead of the larger input sizes.
Theoretically with n log n scaling, we expect the overhead to be about 11x. This is almost exactly what we see on average, although there's quite a bit of fluctuation on individual queries.
The takeaway here is that if we just throw more resources at the problem, meaning more time and more memory, then we can continue to scale up to larger and larger sizes without the system getting in the way.
Of course, there's still a ton of work to do to decrease the concrete costs in time and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I've skipped over most of the systems work that went into all of this, but ultimately we spent a lot of effort building the system so that people could actually use it, so I'll take my last couple minutes to talk about the system itself.
We designed the system to have a familiar API. The system is written in C++, which might not be the most approachable language, but we've taken a lot of time to try to make the API similar to a lot of other data systems.
We have a protocol agnostic interface. This means that you can write MPC programs without worrying about the underlying secret sharing scheme or number of parties. For example, you can simply call the multiplication function, and the system will automatically execute it with the correct protocol to match the system and threat model specified.
Thus far, we have support for two, three, and four parties, but we're actively working on extending this to a few more settings.
We have a data parallel runtime which automatically parallelizes fundamental operations as we add more threads.
And finally, we designed a custom TCP communicator to work well in the MPC setting to maximize throughput and take full advantage of the available bandwidth. This is particularly important in the wide area network setting.
Here's a system diagram showing the different system components and their interactions. At the bottom layers, we have the actual hardware and the runtime that maps MPC operations onto the available threads.
One layer up, we implement a variety of foundational building blocks for each of the supported protocols and thread models. For each protocol we want to support, we have to specify some base set of operations, like addition, multiplication, etcetera.
And then towards the top of the stack, we have compound operators that make black box use of the underlying base operators. These upper layers are completely agnostic to the details of the secure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we're working on bunch of extensions to the system, with some being direct extensions and others being more open ended research problems.
To start with, we're working on a machine learning module. If you'll remember, in the first half of this talk, we built our secure polling system on the CrypTen library. CrypTen was recently deprecated, so we think our system could be a natural successor to it, but there's still a lot of work to do here.
We're also working on adding support for graph algorithms, the SPDZ protocol for malicious security with dishonest majorities.
And probably the most cryptographically interesting area we're working on is 2PC preprocessing. Eli, the other student I'm working with, is working on Beaver triples over power of two rings, which is apparently quite difficult. And I'm working on new protocols for the correlations for oblivious shuffling.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Slide-102-image-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Slide-112-image-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Slide-121-image-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Slide-126-image-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Slide-133-image-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Slide-136-image-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Slide-138-image-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Slide-140-image-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Slide-141-image-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Slide-142-image-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Slide-143-image-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Slide-144-image-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Slide-145-image-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Slide-146-image-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Slide-148-image-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Slide-151-image-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Slide-152-image-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Slide-154-image-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Slide-159-image-1.pn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Slide-160-image-1.pn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Slide-161-image-1.png"/><Relationship Id="rId2" Type="http://schemas.openxmlformats.org/officeDocument/2006/relationships/slideLayout" Target="../slideLayouts/slideLayout1.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Slide-162-image-1.png"/><Relationship Id="rId2" Type="http://schemas.openxmlformats.org/officeDocument/2006/relationships/slideLayout" Target="../slideLayouts/slideLayout1.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Slide-163-image-1.pn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Slide-164-image-1.pn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Slide-165-image-1.png"/><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Slide-166-image-1.pn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Slide-167-image-1.png"/><Relationship Id="rId2" Type="http://schemas.openxmlformats.org/officeDocument/2006/relationships/slideLayout" Target="../slideLayouts/slideLayout1.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Slide-168-image-1.pn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Slide-169-image-1.pn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Slide-170-image-1.pn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Slide-171-image-1.pn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Slide-172-image-1.pn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Slide-173-image-1.pn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Slide-174-image-1.png"/><Relationship Id="rId2" Type="http://schemas.openxmlformats.org/officeDocument/2006/relationships/slideLayout" Target="../slideLayouts/slideLayou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Slide-175-image-1.png"/><Relationship Id="rId2" Type="http://schemas.openxmlformats.org/officeDocument/2006/relationships/slideLayout" Target="../slideLayouts/slideLayout1.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Slide-176-image-1.png"/><Relationship Id="rId2" Type="http://schemas.openxmlformats.org/officeDocument/2006/relationships/slideLayout" Target="../slideLayouts/slideLayout1.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Slide-177-image-1.png"/><Relationship Id="rId2" Type="http://schemas.openxmlformats.org/officeDocument/2006/relationships/slideLayout" Target="../slideLayouts/slideLayout1.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Slide-178-image-1.pn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Slide-179-image-1.png"/><Relationship Id="rId2" Type="http://schemas.openxmlformats.org/officeDocument/2006/relationships/slideLayout" Target="../slideLayouts/slideLayout1.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Slide-180-image-1.pn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Slide-181-image-1.png"/><Relationship Id="rId2" Type="http://schemas.openxmlformats.org/officeDocument/2006/relationships/slideLayout" Target="../slideLayouts/slideLayout1.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Slide-182-image-1.pn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Slide-183-image-1.png"/><Relationship Id="rId2" Type="http://schemas.openxmlformats.org/officeDocument/2006/relationships/slideLayout" Target="../slideLayouts/slideLayout1.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Slide-184-image-1.png"/><Relationship Id="rId2" Type="http://schemas.openxmlformats.org/officeDocument/2006/relationships/slideLayout" Target="../slideLayouts/slideLayout1.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Slide-185-image-1.png"/><Relationship Id="rId2" Type="http://schemas.openxmlformats.org/officeDocument/2006/relationships/slideLayout" Target="../slideLayouts/slideLayout1.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Slide-186-image-1.png"/><Relationship Id="rId2" Type="http://schemas.openxmlformats.org/officeDocument/2006/relationships/slideLayout" Target="../slideLayouts/slideLayout1.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Slide-187-image-1.png"/><Relationship Id="rId2" Type="http://schemas.openxmlformats.org/officeDocument/2006/relationships/slideLayout" Target="../slideLayouts/slideLayout1.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Slide-188-image-1.png"/><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Slide-189-image-1.png"/><Relationship Id="rId2" Type="http://schemas.openxmlformats.org/officeDocument/2006/relationships/slideLayout" Target="../slideLayouts/slideLayout1.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Slide-190-image-1.png"/><Relationship Id="rId2" Type="http://schemas.openxmlformats.org/officeDocument/2006/relationships/slideLayout" Target="../slideLayouts/slideLayout1.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Slide-191-image-1.png"/><Relationship Id="rId2" Type="http://schemas.openxmlformats.org/officeDocument/2006/relationships/slideLayout" Target="../slideLayouts/slideLayout1.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Slide-192-image-1.png"/><Relationship Id="rId2" Type="http://schemas.openxmlformats.org/officeDocument/2006/relationships/slideLayout" Target="../slideLayouts/slideLayout1.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Slide-193-image-1.png"/><Relationship Id="rId2" Type="http://schemas.openxmlformats.org/officeDocument/2006/relationships/slideLayout" Target="../slideLayouts/slideLayout1.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image" Target="../media/Slide-194-image-1.png"/><Relationship Id="rId2" Type="http://schemas.openxmlformats.org/officeDocument/2006/relationships/slideLayout" Target="../slideLayouts/slideLayout1.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Slide-195-image-1.png"/><Relationship Id="rId2" Type="http://schemas.openxmlformats.org/officeDocument/2006/relationships/slideLayout" Target="../slideLayouts/slideLayout1.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Slide-196-image-1.png"/><Relationship Id="rId2" Type="http://schemas.openxmlformats.org/officeDocument/2006/relationships/slideLayout" Target="../slideLayouts/slideLayout1.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Slide-197-image-1.png"/><Relationship Id="rId2" Type="http://schemas.openxmlformats.org/officeDocument/2006/relationships/slideLayout" Target="../slideLayouts/slideLayout1.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Slide-198-image-1.png"/><Relationship Id="rId2" Type="http://schemas.openxmlformats.org/officeDocument/2006/relationships/slideLayout" Target="../slideLayouts/slideLayout1.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Slide-199-image-1.png"/><Relationship Id="rId2" Type="http://schemas.openxmlformats.org/officeDocument/2006/relationships/slideLayout" Target="../slideLayouts/slideLayout1.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Slide-200-image-1.pn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Slide-201-image-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Slide-202-image-1.png"/><Relationship Id="rId2" Type="http://schemas.openxmlformats.org/officeDocument/2006/relationships/slideLayout" Target="../slideLayouts/slideLayout1.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Slide-203-image-1.pn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Slide-204-image-1.png"/><Relationship Id="rId2" Type="http://schemas.openxmlformats.org/officeDocument/2006/relationships/slideLayout" Target="../slideLayouts/slideLayout1.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Slide-205-image-1.png"/><Relationship Id="rId2" Type="http://schemas.openxmlformats.org/officeDocument/2006/relationships/slideLayout" Target="../slideLayouts/slideLayout1.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Slide-206-image-1.png"/><Relationship Id="rId2" Type="http://schemas.openxmlformats.org/officeDocument/2006/relationships/slideLayout" Target="../slideLayouts/slideLayout1.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Slide-207-image-1.png"/><Relationship Id="rId2" Type="http://schemas.openxmlformats.org/officeDocument/2006/relationships/slideLayout" Target="../slideLayouts/slideLayout1.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Slide-208-image-1.png"/><Relationship Id="rId2" Type="http://schemas.openxmlformats.org/officeDocument/2006/relationships/slideLayout" Target="../slideLayouts/slideLayout1.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Slide-209-image-1.png"/><Relationship Id="rId2" Type="http://schemas.openxmlformats.org/officeDocument/2006/relationships/slideLayout" Target="../slideLayouts/slideLayout1.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Slide-210-image-1.pn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image" Target="../media/Slide-211-image-1.png"/><Relationship Id="rId2" Type="http://schemas.openxmlformats.org/officeDocument/2006/relationships/slideLayout" Target="../slideLayouts/slideLayout1.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Slide-212-image-1.png"/><Relationship Id="rId2" Type="http://schemas.openxmlformats.org/officeDocument/2006/relationships/slideLayout" Target="../slideLayouts/slideLayout1.xml"/><Relationship Id="rId3" Type="http://schemas.openxmlformats.org/officeDocument/2006/relationships/notesSlide" Target="../notesSlides/notesSlide2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212</Slides>
  <Notes>212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212</vt:i4>
      </vt:variant>
    </vt:vector>
  </HeadingPairs>
  <TitlesOfParts>
    <vt:vector size="2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JP Morgan Talk</dc:title>
  <dc:subject>PptxGenJS Presentation</dc:subject>
  <dc:creator/>
  <cp:lastModifiedBy/>
  <cp:revision>1</cp:revision>
  <dcterms:created xsi:type="dcterms:W3CDTF">2025-10-27T16:11:15Z</dcterms:created>
  <dcterms:modified xsi:type="dcterms:W3CDTF">2025-10-27T16:11:15Z</dcterms:modified>
</cp:coreProperties>
</file>